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ac3545e10a42aa" /><Relationship Type="http://schemas.openxmlformats.org/officeDocument/2006/relationships/extended-properties" Target="/docProps/app.xml" Id="R82cdd57f077647d4" /><Relationship Type="http://schemas.openxmlformats.org/officeDocument/2006/relationships/officeDocument" Target="/ppt/presentation.xml" Id="R1610988d78f943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cc64f0e2d0462d"/>
  </p:sldMasterIdLst>
  <p:notesMasterIdLst>
    <p:notesMasterId xmlns:r="http://schemas.openxmlformats.org/officeDocument/2006/relationships" r:id="Rd72ce2b90d3140e0"/>
  </p:notesMasterIdLst>
  <p:sldIdLst>
    <p:sldId xmlns:r="http://schemas.openxmlformats.org/officeDocument/2006/relationships" id="256" r:id="R820ac095ce4b43f3"/>
    <p:sldId xmlns:r="http://schemas.openxmlformats.org/officeDocument/2006/relationships" id="257" r:id="Rcb59facc973745d9"/>
    <p:sldId xmlns:r="http://schemas.openxmlformats.org/officeDocument/2006/relationships" id="258" r:id="R4d2df6cfae594973"/>
    <p:sldId xmlns:r="http://schemas.openxmlformats.org/officeDocument/2006/relationships" id="259" r:id="Re783a46f099d48a2"/>
    <p:sldId xmlns:r="http://schemas.openxmlformats.org/officeDocument/2006/relationships" id="260" r:id="R07540922a37e4b13"/>
    <p:sldId xmlns:r="http://schemas.openxmlformats.org/officeDocument/2006/relationships" id="261" r:id="Rc8cebf94c05e4483"/>
    <p:sldId xmlns:r="http://schemas.openxmlformats.org/officeDocument/2006/relationships" id="262" r:id="R480d3cd7d73b4f6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f19720282a4f6e" /><Relationship Type="http://schemas.openxmlformats.org/officeDocument/2006/relationships/slideMaster" Target="/ppt/slideMasters/slideMaster1.xml" Id="R45cc64f0e2d0462d" /><Relationship Type="http://schemas.openxmlformats.org/officeDocument/2006/relationships/notesMaster" Target="/ppt/notesMasters/notesMaster1.xml" Id="Rd72ce2b90d3140e0" /><Relationship Type="http://schemas.openxmlformats.org/officeDocument/2006/relationships/presProps" Target="/ppt/presProps.xml" Id="R324d568e37844d9c" /><Relationship Type="http://schemas.openxmlformats.org/officeDocument/2006/relationships/viewProps" Target="/ppt/viewProps.xml" Id="R97963b55b4f444d1" /><Relationship Type="http://schemas.openxmlformats.org/officeDocument/2006/relationships/tableStyles" Target="/ppt/tableStyles.xml" Id="R658b643fe94f4d54" /><Relationship Type="http://schemas.openxmlformats.org/officeDocument/2006/relationships/slide" Target="/ppt/slides/slide1.xml" Id="R820ac095ce4b43f3" /><Relationship Type="http://schemas.openxmlformats.org/officeDocument/2006/relationships/slide" Target="/ppt/slides/slide2.xml" Id="Rcb59facc973745d9" /><Relationship Type="http://schemas.openxmlformats.org/officeDocument/2006/relationships/slide" Target="/ppt/slides/slide3.xml" Id="R4d2df6cfae594973" /><Relationship Type="http://schemas.openxmlformats.org/officeDocument/2006/relationships/slide" Target="/ppt/slides/slide4.xml" Id="Re783a46f099d48a2" /><Relationship Type="http://schemas.openxmlformats.org/officeDocument/2006/relationships/slide" Target="/ppt/slides/slide5.xml" Id="R07540922a37e4b13" /><Relationship Type="http://schemas.openxmlformats.org/officeDocument/2006/relationships/slide" Target="/ppt/slides/slide6.xml" Id="Rc8cebf94c05e4483" /><Relationship Type="http://schemas.openxmlformats.org/officeDocument/2006/relationships/slide" Target="/ppt/slides/slide7.xml" Id="R480d3cd7d73b4f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e52abe263a4a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1b7bdf08d54554" /><Relationship Type="http://schemas.openxmlformats.org/officeDocument/2006/relationships/notesMaster" Target="/ppt/notesMasters/notesMaster1.xml" Id="R1e56d266cb26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861b6993964016" /><Relationship Type="http://schemas.openxmlformats.org/officeDocument/2006/relationships/notesMaster" Target="/ppt/notesMasters/notesMaster1.xml" Id="Re302be3fc15a46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e2bd61b7a54a43" /><Relationship Type="http://schemas.openxmlformats.org/officeDocument/2006/relationships/notesMaster" Target="/ppt/notesMasters/notesMaster1.xml" Id="R98c07a1ec4d74c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58ff9f5f754d8a" /><Relationship Type="http://schemas.openxmlformats.org/officeDocument/2006/relationships/notesMaster" Target="/ppt/notesMasters/notesMaster1.xml" Id="Rb1ce67ddd5494b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3f15575c5942b9" /><Relationship Type="http://schemas.openxmlformats.org/officeDocument/2006/relationships/notesMaster" Target="/ppt/notesMasters/notesMaster1.xml" Id="Rda70c7b2de124f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3845acbea144d6" /><Relationship Type="http://schemas.openxmlformats.org/officeDocument/2006/relationships/notesMaster" Target="/ppt/notesMasters/notesMaster1.xml" Id="Rf327803bff3b42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93fff60d7144ec" /><Relationship Type="http://schemas.openxmlformats.org/officeDocument/2006/relationships/notesMaster" Target="/ppt/notesMasters/notesMaster1.xml" Id="R40bda0842f6943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d0687b56643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c64300e8e4f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b7585135d41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a9bfe5e6646e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a273d3aea4a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4693762844a6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f349382084c9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1ecb7ed6f46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12468f2554b8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f1ac5177f421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16d28f821458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7C992E-2EA3-4FB6-8E03-DC188733C72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917B4AE-970A-4495-A8E7-3EA50C0B08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C5167E-F8B1-4ED1-8D15-E5D341F193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30D7E0-6424-419F-8E1F-5E10BCD814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F921C4-F725-442D-95C4-7F45C6C50B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485EF1-48A8-4F24-A9B9-A2ADDFBB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F81005-E3D5-4BCA-8E0A-E11AC4DF3A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9A517F-C066-4407-B27D-1E30A059A5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B0B6D7-11E2-4633-AC90-A36C153AC1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7865FC-3098-47EB-837D-55478D26E9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7B5940-220E-48A9-A11B-F16003569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DC9640-33EA-4CBE-B92E-DB23C65E2B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B655F0-E037-4BF0-BF82-F54872A2E3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A1AEE6-C389-4EA7-91CD-5C909EB44E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CF46A55-569F-4F91-807E-C8B03B4E47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A8484C-E552-40DC-B649-2DF0840B0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02A91E-313C-4C76-89A7-45EFB45117C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94659B8-8E06-438C-9AB7-5F6DA17154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AECF73F-E75B-4337-921A-6FC362BE01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285DC68-545B-4FE3-9849-7D8BD8DCFE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2BF1B3-059F-44A6-B08E-56B951BA62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F66371-1BC1-4E2A-A4D5-2F69B9A550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29F7D0-0BD0-4889-A133-36E9E0B3D2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182E4BD-EE6B-4C4F-B3B5-0B8FA63C2D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B0CAB09-B783-472A-A700-A974A7A2986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A258297-92E1-41C3-879E-ACBE30D15CB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CFDFD7F-4945-43A9-AF1E-82C4BCEE80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5C4BF7D-BB6A-4322-810F-12F3550142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3482059-C709-4623-8487-C9F5A0014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A0499C-EFA0-4596-9E4F-7F9F00CFDD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34A32C-E60C-43C6-A5F8-96626B3887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8833ABE-7D08-486B-BDAA-989E2098A2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EB66DB9-4034-46BA-9DEB-5231177C65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F7E5A95-DB1F-44C7-A472-6A4A69D4FF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AA08801-ADB8-45D7-A270-9245152951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6D75708-82AD-45BA-B79F-B286FEEA3A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A3A5F6-0CBC-4ED5-9E72-D7E3CE229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058934E-5A18-499B-A9E6-C684527353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4A1EAF8-D70E-45DC-8CDB-62AD8E2B7F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01625E0-923B-49CC-98EE-320F4DCA29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3A15187-3CEF-472D-A48A-B1296AEC9A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46842C-4757-4EA1-96A4-1EEB32B035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5E977E-390B-4EA3-9503-E4E878EAB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13E3241-3242-435C-94E0-23E41EBB9EC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FD4F1A-DEFD-4274-AAA3-125C9C51CE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D6F61A-68CE-4CAC-BC84-50603E113B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7479A25-882D-4186-8EB1-5E068FF9C5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CCF964E-F821-4572-AE04-C168BEB355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6CA926-01B5-4940-B10E-3655FA6C0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D92639-939A-4ADB-8FF8-71683382A3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0EF2ED-EA7B-4005-B16A-40FCA8590F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8CD82F-F12A-4CEE-A309-D047B5943F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023152-6499-4A0B-9D5B-0510C381D2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3FF9A05-FCC6-420C-A29A-C6BBDBFA8E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06328D-BAF0-4A79-83D6-6B1831EF23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7BABCD-4B9F-4ED1-BB42-F646165F75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25FB50-1B2C-4197-A367-0079F8EAD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4867BE5-2923-464E-87EB-7BA058546C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ec9c2d773b4988" /><Relationship Type="http://schemas.openxmlformats.org/officeDocument/2006/relationships/slideLayout" Target="/ppt/slideLayouts/slideLayout1.xml" Id="Rd9ae8530babd416d" /><Relationship Type="http://schemas.openxmlformats.org/officeDocument/2006/relationships/slideLayout" Target="/ppt/slideLayouts/slideLayout2.xml" Id="R13cb3b767bbc473e" /><Relationship Type="http://schemas.openxmlformats.org/officeDocument/2006/relationships/slideLayout" Target="/ppt/slideLayouts/slideLayout3.xml" Id="R632100b04acf4aa0" /><Relationship Type="http://schemas.openxmlformats.org/officeDocument/2006/relationships/slideLayout" Target="/ppt/slideLayouts/slideLayout4.xml" Id="Re05bb5fd1fa34cc7" /><Relationship Type="http://schemas.openxmlformats.org/officeDocument/2006/relationships/slideLayout" Target="/ppt/slideLayouts/slideLayout5.xml" Id="Red4d7008cb084a63" /><Relationship Type="http://schemas.openxmlformats.org/officeDocument/2006/relationships/slideLayout" Target="/ppt/slideLayouts/slideLayout6.xml" Id="Rdef6ace621d8416f" /><Relationship Type="http://schemas.openxmlformats.org/officeDocument/2006/relationships/slideLayout" Target="/ppt/slideLayouts/slideLayout7.xml" Id="R92a86bd054a54304" /><Relationship Type="http://schemas.openxmlformats.org/officeDocument/2006/relationships/slideLayout" Target="/ppt/slideLayouts/slideLayout8.xml" Id="R010c25c96b8b4ea3" /><Relationship Type="http://schemas.openxmlformats.org/officeDocument/2006/relationships/slideLayout" Target="/ppt/slideLayouts/slideLayout9.xml" Id="R0ec57b9187f945a8" /><Relationship Type="http://schemas.openxmlformats.org/officeDocument/2006/relationships/slideLayout" Target="/ppt/slideLayouts/slideLayout10.xml" Id="Rf41b043957294c2d" /><Relationship Type="http://schemas.openxmlformats.org/officeDocument/2006/relationships/slideLayout" Target="/ppt/slideLayouts/slideLayout11.xml" Id="R45d5c4f2d461417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BFAFEBF-2229-4116-A7F2-677A87F0E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8F6D11C-F7A1-4AC0-A331-3EE242F33B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868E0F-A8F4-423E-896E-DAF6A061925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5/30/2024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7B1CD27-C252-4901-BE15-3A65F64AFD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6CB753-42F6-445D-8FF7-6EC4E91AD5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ae8530babd416d"/>
    <p:sldLayoutId xmlns:r="http://schemas.openxmlformats.org/officeDocument/2006/relationships" id="2147483650" r:id="R13cb3b767bbc473e"/>
    <p:sldLayoutId xmlns:r="http://schemas.openxmlformats.org/officeDocument/2006/relationships" id="2147483651" r:id="R632100b04acf4aa0"/>
    <p:sldLayoutId xmlns:r="http://schemas.openxmlformats.org/officeDocument/2006/relationships" id="2147483652" r:id="Re05bb5fd1fa34cc7"/>
    <p:sldLayoutId xmlns:r="http://schemas.openxmlformats.org/officeDocument/2006/relationships" id="2147483653" r:id="Red4d7008cb084a63"/>
    <p:sldLayoutId xmlns:r="http://schemas.openxmlformats.org/officeDocument/2006/relationships" id="2147483654" r:id="Rdef6ace621d8416f"/>
    <p:sldLayoutId xmlns:r="http://schemas.openxmlformats.org/officeDocument/2006/relationships" id="2147483655" r:id="R92a86bd054a54304"/>
    <p:sldLayoutId xmlns:r="http://schemas.openxmlformats.org/officeDocument/2006/relationships" id="2147483656" r:id="R010c25c96b8b4ea3"/>
    <p:sldLayoutId xmlns:r="http://schemas.openxmlformats.org/officeDocument/2006/relationships" id="2147483657" r:id="R0ec57b9187f945a8"/>
    <p:sldLayoutId xmlns:r="http://schemas.openxmlformats.org/officeDocument/2006/relationships" id="2147483658" r:id="Rf41b043957294c2d"/>
    <p:sldLayoutId xmlns:r="http://schemas.openxmlformats.org/officeDocument/2006/relationships" id="2147483659" r:id="R45d5c4f2d4614173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ea1295a8e3474f" /><Relationship Type="http://schemas.openxmlformats.org/officeDocument/2006/relationships/notesSlide" Target="/ppt/notesSlides/notesSlide1.xml" Id="Rcc6de675d7324c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80995916fb41a6" /><Relationship Type="http://schemas.openxmlformats.org/officeDocument/2006/relationships/notesSlide" Target="/ppt/notesSlides/notesSlide2.xml" Id="R88797d0431354d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98270f43d545e7" /><Relationship Type="http://schemas.openxmlformats.org/officeDocument/2006/relationships/notesSlide" Target="/ppt/notesSlides/notesSlide3.xml" Id="R924a32ba77724f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3beadb3768425e" /><Relationship Type="http://schemas.openxmlformats.org/officeDocument/2006/relationships/image" Target="/ppt/media/image.png" Id="R67a7ebbb847a4695" /><Relationship Type="http://schemas.openxmlformats.org/officeDocument/2006/relationships/image" Target="/ppt/media/image2.png" Id="Rc1ac2616d69543df" /><Relationship Type="http://schemas.openxmlformats.org/officeDocument/2006/relationships/notesSlide" Target="/ppt/notesSlides/notesSlide4.xml" Id="Rabf44945f96649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4e25c50c6d4411" /><Relationship Type="http://schemas.openxmlformats.org/officeDocument/2006/relationships/image" Target="/ppt/media/image3.png" Id="R2ffb621d5c25498d" /><Relationship Type="http://schemas.openxmlformats.org/officeDocument/2006/relationships/notesSlide" Target="/ppt/notesSlides/notesSlide5.xml" Id="Rb5ccf351d8c446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a9645b72e043fc" /><Relationship Type="http://schemas.openxmlformats.org/officeDocument/2006/relationships/image" Target="/ppt/media/image4.png" Id="R7e710ebfdbd0430e" /><Relationship Type="http://schemas.openxmlformats.org/officeDocument/2006/relationships/image" Target="/ppt/media/image5.png" Id="R6f3a467d394d4499" /><Relationship Type="http://schemas.openxmlformats.org/officeDocument/2006/relationships/hyperlink" Target="https://github.com/Leesiw/2dgpmario" TargetMode="External" Id="R2237e36471db4485" /><Relationship Type="http://schemas.openxmlformats.org/officeDocument/2006/relationships/notesSlide" Target="/ppt/notesSlides/notesSlide6.xml" Id="R508d530ad77b47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718525f72c4ed9" /><Relationship Type="http://schemas.openxmlformats.org/officeDocument/2006/relationships/notesSlide" Target="/ppt/notesSlides/notesSlide7.xml" Id="R9867f14f58774c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6C9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B591DFE-CD9E-4CD3-B827-D1A8631E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0"/>
            <a:ext cx="0" cy="1028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9383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9F56B45-E7F7-4E72-87C9-CA95443F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7352" y="3795169"/>
            <a:ext cx="5293296" cy="16986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3999"/>
              </a:lnSpc>
              <a:spcBef>
                <a:spcPct val="0"/>
              </a:spcBef>
              <a:buNone/>
            </a:pPr>
            <a:r>
              <a:rPr sz="9999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Portfolio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72D1371-D02E-461B-9523-ADD46DB6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702" y="5579564"/>
            <a:ext cx="8909298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900"/>
              </a:lnSpc>
              <a:spcBef>
                <a:spcPct val="0"/>
              </a:spcBef>
              <a:buNone/>
            </a:pPr>
            <a:r>
              <a:rPr sz="35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상상을</a:t>
            </a:r>
            <a:r>
              <a:rPr sz="35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 </a:t>
            </a:r>
            <a:r>
              <a:rPr sz="35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게임으로</a:t>
            </a:r>
            <a:r>
              <a:rPr sz="35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 </a:t>
            </a:r>
            <a:r>
              <a:rPr sz="35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만들고</a:t>
            </a:r>
            <a:r>
              <a:rPr sz="35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 </a:t>
            </a:r>
            <a:r>
              <a:rPr sz="35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싶은</a:t>
            </a:r>
            <a:r>
              <a:rPr sz="35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 </a:t>
            </a:r>
            <a:r>
              <a:rPr sz="35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김태현입니다</a:t>
            </a:r>
            <a:r>
              <a:rPr sz="35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B435338-44F8-41EC-AD1A-5305FCD1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2142990" y="7018076"/>
            <a:ext cx="5302868" cy="3345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</a:rPr>
              <a:t>클라이언트 </a:t>
            </a:r>
            <a:r>
              <a:rPr sz="2000">
                <a:solidFill>
                  <a:srgbClr val="393831"/>
                </a:solidFill>
              </a:rPr>
              <a:t> </a:t>
            </a:r>
            <a:r>
              <a:rPr sz="2000">
                <a:solidFill>
                  <a:srgbClr val="393831"/>
                </a:solidFill>
              </a:rPr>
              <a:t>프로그래머</a:t>
            </a:r>
            <a:r>
              <a:rPr sz="2000">
                <a:solidFill>
                  <a:srgbClr val="393831"/>
                </a:solidFill>
              </a:rPr>
              <a:t> </a:t>
            </a:r>
            <a:r>
              <a:rPr sz="2000" u="none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 </a:t>
            </a:r>
            <a:r>
              <a:rPr sz="2000" u="none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김태현</a:t>
            </a:r>
            <a:r>
              <a:rPr sz="2000" u="none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  </a:t>
            </a:r>
            <a:r>
              <a:rPr sz="2000" u="none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포트폴리오</a:t>
            </a:r>
            <a:endParaRPr sz="2000" u="none">
              <a:solidFill>
                <a:srgbClr val="393831"/>
              </a:solidFill>
              <a:latin typeface="Canva Sans"/>
              <a:ea typeface="Canva Sans"/>
              <a:cs typeface="Canva Sans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F1E8528-556F-9E76-CD82-4FF7E80A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65832"/>
            <a:ext cx="9144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https://github.com/akdl6632</a:t>
            </a:r>
          </a:p>
        </p:txBody>
      </p:sp>
    </p:spTree>
    <p:extLst>
      <p:ext uri="{BB962C8B-B14F-4D97-AF65-F5344CB8AC3E}">
        <p14:creationId xmlns:p14="http://schemas.microsoft.com/office/powerpoint/2010/main" val="1829463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EA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17FBE09-5B3F-4F87-B549-0CBE71E8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600" y="9358172"/>
            <a:ext cx="8256570" cy="4006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99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2025.02 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한국공학대학교 게임공학과 졸업 예정</a:t>
            </a:r>
            <a:endParaRPr sz="2000">
              <a:solidFill>
                <a:srgbClr val="393831"/>
              </a:solidFill>
              <a:latin typeface="Canva Sans"/>
              <a:ea typeface="Canva Sans"/>
              <a:cs typeface="Canva Sans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90F07D1-1CD7-42D0-8C12-5642701A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1730" y="0"/>
            <a:ext cx="0" cy="1028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9383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Box 7">
            <a:extLst xmlns:a="http://schemas.openxmlformats.org/drawingml/2006/main">
              <a:ext uri="{FF2B5EF4-FFF2-40B4-BE49-F238E27FC236}">
                <a16:creationId xmlns:a16="http://schemas.microsoft.com/office/drawing/2014/main" id="{ABDABF96-89E4-79EC-428A-A36CD7D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21" y="9394631"/>
            <a:ext cx="1841302" cy="3355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 u="none">
                <a:solidFill>
                  <a:srgbClr val="393831"/>
                </a:solidFill>
                <a:latin typeface="Canva Sans Bold"/>
                <a:ea typeface="Canva Sans Bold"/>
                <a:cs typeface="Canva Sans Bold"/>
              </a:rPr>
              <a:t>Education</a:t>
            </a:r>
            <a:endParaRPr sz="2000">
              <a:solidFill>
                <a:srgbClr val="393831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10C9245-528E-9CBE-BAE1-9985989F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30" y="571500"/>
            <a:ext cx="8256570" cy="1631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000">
                <a:latin typeface="Noto Sans CJK KR Bold"/>
                <a:ea typeface="Noto Sans CJK KR Bold"/>
                <a:cs typeface="Noto Sans CJK KR Bold"/>
              </a:rPr>
              <a:t>김태현</a:t>
            </a:r>
            <a:endParaRPr sz="5000">
              <a:latin typeface="Noto Sans CJK KR Bold"/>
              <a:ea typeface="Noto Sans CJK KR Bold"/>
              <a:cs typeface="Noto Sans CJK KR Bold"/>
            </a:endParaRPr>
          </a:p>
          <a:p xmlns:a="http://schemas.openxmlformats.org/drawingml/2006/main">
            <a:r>
              <a:rPr sz="5000"/>
              <a:t>클라이언트  프로그래머 </a:t>
            </a:r>
          </a:p>
        </p:txBody>
      </p:sp>
      <p:sp>
        <p:nvSpPr>
          <p:cNvPr id="18" name="TextBox 6">
            <a:extLst xmlns:a="http://schemas.openxmlformats.org/drawingml/2006/main">
              <a:ext uri="{FF2B5EF4-FFF2-40B4-BE49-F238E27FC236}">
                <a16:creationId xmlns:a16="http://schemas.microsoft.com/office/drawing/2014/main" id="{C0579DED-F47F-749B-BCDA-3D7C7EA8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58" y="8656305"/>
            <a:ext cx="917972" cy="3355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  <a:latin typeface="Canva Sans Bold"/>
                <a:ea typeface="Canva Sans Bold"/>
                <a:cs typeface="Canva Sans Bold"/>
              </a:rPr>
              <a:t>BIRTH</a:t>
            </a:r>
          </a:p>
        </p:txBody>
      </p:sp>
      <p:sp>
        <p:nvSpPr>
          <p:cNvPr id="19" name="TextBox 9">
            <a:extLst xmlns:a="http://schemas.openxmlformats.org/drawingml/2006/main">
              <a:ext uri="{FF2B5EF4-FFF2-40B4-BE49-F238E27FC236}">
                <a16:creationId xmlns:a16="http://schemas.microsoft.com/office/drawing/2014/main" id="{E6585644-5E1A-38DC-5ADB-989C4AE2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019" y="8572500"/>
            <a:ext cx="4027140" cy="419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99"/>
              </a:lnSpc>
              <a:spcBef>
                <a:spcPct val="0"/>
              </a:spcBef>
              <a:buNone/>
            </a:pPr>
            <a:r>
              <a:rPr sz="2499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2000.01.25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26E0DF3-3FAA-FF14-460D-23415DFD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21" y="5904941"/>
            <a:ext cx="263784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Canva Sans Bold"/>
                <a:ea typeface="Canva Sans Bold"/>
                <a:cs typeface="Canva Sans Bold"/>
              </a:rPr>
              <a:t>Skills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6E8416D-6015-2D62-B8EE-1E028F43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21" y="6500056"/>
            <a:ext cx="4264479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000">
                <a:latin typeface="Canva Sans"/>
                <a:ea typeface="Canva Sans"/>
                <a:cs typeface="Canva Sans"/>
              </a:rPr>
              <a:t>C		</a:t>
            </a:r>
            <a:r>
              <a:rPr sz="2000">
                <a:latin typeface="Canva Sans"/>
                <a:ea typeface="Canva Sans"/>
                <a:cs typeface="Canva Sans"/>
              </a:rPr>
              <a:t>DirectX 11</a:t>
            </a:r>
          </a:p>
          <a:p xmlns:a="http://schemas.openxmlformats.org/drawingml/2006/main">
            <a:r>
              <a:rPr sz="2000">
                <a:latin typeface="Canva Sans"/>
                <a:ea typeface="Canva Sans"/>
                <a:cs typeface="Canva Sans"/>
              </a:rPr>
              <a:t>C++		Unreal 5</a:t>
            </a:r>
          </a:p>
          <a:p xmlns:a="http://schemas.openxmlformats.org/drawingml/2006/main">
            <a:r>
              <a:rPr sz="2000">
                <a:latin typeface="Canva Sans"/>
                <a:ea typeface="Canva Sans"/>
                <a:cs typeface="Canva Sans"/>
              </a:rPr>
              <a:t>Python</a:t>
            </a:r>
          </a:p>
        </p:txBody>
      </p:sp>
      <p:sp>
        <p:nvSpPr>
          <p:cNvPr id="2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3BE2276-36A2-C24C-C9D3-1A7F3E95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39100"/>
            <a:ext cx="1723173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9383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C6FCDCD-43FF-A849-A11C-D260AF25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72100"/>
            <a:ext cx="1723173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9383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8722149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C6C9D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FCE2CF2-F56E-499F-8595-607BF32F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248775"/>
            <a:ext cx="1828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9383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D32F1B5-8AAD-4B0A-8F44-1765A630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38225"/>
            <a:ext cx="1828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9383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E75456C-1B8F-471E-AC9D-B1341079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5" y="1038225"/>
            <a:ext cx="1828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9383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665C3089-D536-45A5-ACC8-CEF9004D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49758" y="435826"/>
            <a:ext cx="143109" cy="143109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3938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3D9111B-5780-4FB7-9DBC-61BB2B6A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3174" y="440857"/>
            <a:ext cx="116276" cy="124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4188F62-0740-4B38-BF23-44C0F02D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61102" y="435826"/>
            <a:ext cx="143109" cy="143109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3938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29DC316-B773-469D-BC3B-DB4F2260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74518" y="440857"/>
            <a:ext cx="116276" cy="124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9557482-B940-49DA-88A9-184DB396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1714500"/>
            <a:ext cx="8849413" cy="15006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2261"/>
              </a:lnSpc>
              <a:spcBef>
                <a:spcPct val="0"/>
              </a:spcBef>
              <a:buNone/>
            </a:pPr>
            <a:r>
              <a:rPr sz="8758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My Projects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978BE61-2E1F-4C76-AF6D-CD8D6921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292" y="9580545"/>
            <a:ext cx="4782108" cy="3345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</a:rPr>
              <a:t>게임 </a:t>
            </a:r>
            <a:r>
              <a:rPr sz="2000">
                <a:solidFill>
                  <a:srgbClr val="393831"/>
                </a:solidFill>
              </a:rPr>
              <a:t>프로그래머 김태현</a:t>
            </a:r>
            <a:r>
              <a:rPr sz="2000">
                <a:solidFill>
                  <a:srgbClr val="393831"/>
                </a:solidFill>
              </a:rPr>
              <a:t> </a:t>
            </a:r>
            <a:r>
              <a:rPr sz="2000">
                <a:solidFill>
                  <a:srgbClr val="393831"/>
                </a:solidFill>
              </a:rPr>
              <a:t>포트폴리오</a:t>
            </a:r>
            <a:endParaRPr sz="2000">
              <a:solidFill>
                <a:srgbClr val="393831"/>
              </a:solidFill>
            </a:endParaRP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5606ACAA-F07A-4E4C-9471-AE7C070A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2445" y="435826"/>
            <a:ext cx="143109" cy="143109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3938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DEC26B88-04E8-428F-B7D0-E3DB5343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5861" y="440857"/>
            <a:ext cx="116276" cy="124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9697AE7-FF85-4EA6-9D9A-D8468E71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83789" y="435826"/>
            <a:ext cx="143109" cy="143109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3938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C60C31E-4B02-4FF9-AED7-E3602C16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97205" y="440857"/>
            <a:ext cx="116276" cy="124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13FBFE4E-6F1D-4333-8441-ACF12775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95132" y="435826"/>
            <a:ext cx="143109" cy="143109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39383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E189A854-05D3-43CA-8785-D5A38B7D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08548" y="440857"/>
            <a:ext cx="116276" cy="124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22" name="TextBox 6">
            <a:extLst xmlns:a="http://schemas.openxmlformats.org/drawingml/2006/main">
              <a:ext uri="{FF2B5EF4-FFF2-40B4-BE49-F238E27FC236}">
                <a16:creationId xmlns:a16="http://schemas.microsoft.com/office/drawing/2014/main" id="{D6470262-FA01-6DCF-BD67-264BFCAE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43"/>
            <a:ext cx="10058400" cy="88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ts val="7000"/>
              </a:lnSpc>
              <a:spcBef>
                <a:spcPct val="0"/>
              </a:spcBef>
              <a:buNone/>
            </a:pP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01. Wanted – DirectX 11 FPS</a:t>
            </a:r>
            <a:endParaRPr sz="5000" u="none">
              <a:solidFill>
                <a:srgbClr val="393831"/>
              </a:solidFill>
              <a:latin typeface="Abril Fatface"/>
              <a:ea typeface="Abril Fatface"/>
              <a:cs typeface="Abril Fatface"/>
            </a:endParaRPr>
          </a:p>
        </p:txBody>
      </p:sp>
      <p:sp>
        <p:nvSpPr>
          <p:cNvPr id="23" name="TextBox 6">
            <a:extLst xmlns:a="http://schemas.openxmlformats.org/drawingml/2006/main">
              <a:ext uri="{FF2B5EF4-FFF2-40B4-BE49-F238E27FC236}">
                <a16:creationId xmlns:a16="http://schemas.microsoft.com/office/drawing/2014/main" id="{B860FB67-357A-D68C-4B1E-1DE329BB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7271"/>
            <a:ext cx="13411200" cy="833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ts val="7000"/>
              </a:lnSpc>
              <a:spcBef>
                <a:spcPct val="0"/>
              </a:spcBef>
              <a:buNone/>
            </a:pP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02. 2D</a:t>
            </a: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게임프로그래밍 </a:t>
            </a: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– Snow Brothers </a:t>
            </a: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모작</a:t>
            </a:r>
            <a:endParaRPr sz="5000" u="none">
              <a:solidFill>
                <a:srgbClr val="393831"/>
              </a:solidFill>
              <a:latin typeface="Abril Fatface"/>
              <a:ea typeface="Abril Fatface"/>
              <a:cs typeface="Abril Fatface"/>
            </a:endParaRPr>
          </a:p>
        </p:txBody>
      </p:sp>
      <p:sp>
        <p:nvSpPr>
          <p:cNvPr id="24" name="TextBox 6">
            <a:extLst xmlns:a="http://schemas.openxmlformats.org/drawingml/2006/main">
              <a:ext uri="{FF2B5EF4-FFF2-40B4-BE49-F238E27FC236}">
                <a16:creationId xmlns:a16="http://schemas.microsoft.com/office/drawing/2014/main" id="{005936DE-C951-4150-F2E0-A36C4F7C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277"/>
            <a:ext cx="10058400" cy="833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ts val="7000"/>
              </a:lnSpc>
              <a:spcBef>
                <a:spcPct val="0"/>
              </a:spcBef>
              <a:buNone/>
            </a:pP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03. </a:t>
            </a: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기타 </a:t>
            </a: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작업물</a:t>
            </a:r>
            <a:endParaRPr sz="5000" u="none">
              <a:solidFill>
                <a:srgbClr val="393831"/>
              </a:solidFill>
              <a:latin typeface="Abril Fatface"/>
              <a:ea typeface="Abril Fatface"/>
              <a:cs typeface="Abril Fatface"/>
            </a:endParaRPr>
          </a:p>
        </p:txBody>
      </p:sp>
    </p:spTree>
    <p:extLst>
      <p:ext uri="{BB962C8B-B14F-4D97-AF65-F5344CB8AC3E}">
        <p14:creationId xmlns:p14="http://schemas.microsoft.com/office/powerpoint/2010/main" val="1486002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EA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4D0C548-D614-4E86-A76A-AEABBCB0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8670" y="439755"/>
            <a:ext cx="2949550" cy="88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ts val="7000"/>
              </a:lnSpc>
              <a:spcBef>
                <a:spcPct val="0"/>
              </a:spcBef>
              <a:buNone/>
            </a:pP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WANTED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D54C213-509F-4D04-89E8-9B44ACC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08" y="1807924"/>
            <a:ext cx="11436369" cy="3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DirectX 11 기반 자체 엔진으로 제작한 전술 FPS 프로젝트입니다.</a:t>
            </a:r>
          </a:p>
        </p:txBody>
      </p:sp>
      <p:pic>
        <p:nvPicPr>
          <p:cNvPr id="19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7ebbb847a46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78708" y="4252825"/>
            <a:ext cx="8085822" cy="4548275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A5C5AF8-3E25-EBC2-6621-032637A0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9182100"/>
            <a:ext cx="496767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3인칭 전투 · 적 캐릭터 상호작용</a:t>
            </a:r>
          </a:p>
        </p:txBody>
      </p:sp>
      <p:pic>
        <p:nvPicPr>
          <p:cNvPr id="21" name="그림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c2616d69543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36724" y="4252825"/>
            <a:ext cx="8085822" cy="4548275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DB52D94-A625-92CF-AD01-939FA48C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006" y="9182100"/>
            <a:ext cx="496767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1인칭 조준 · 스코프 전환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E44B4C6-B796-CB7A-EA2B-455756EA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91" y="2247900"/>
            <a:ext cx="9144000" cy="802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18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개발 기간</a:t>
            </a:r>
            <a:r>
              <a:rPr sz="18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: </a:t>
            </a:r>
            <a:r>
              <a:rPr sz="18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2024.01 ~ 진행 중</a:t>
            </a:r>
            <a:r>
              <a:rPr sz="18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 </a:t>
            </a:r>
          </a:p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18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개발 인원 </a:t>
            </a:r>
            <a:r>
              <a:rPr sz="18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: 3</a:t>
            </a:r>
            <a:r>
              <a:rPr sz="18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명</a:t>
            </a:r>
            <a:endParaRPr sz="1800">
              <a:solidFill>
                <a:srgbClr val="393831"/>
              </a:solidFill>
              <a:latin typeface="Canva Sans"/>
              <a:ea typeface="Canva Sans"/>
              <a:cs typeface="Canva Sans"/>
            </a:endParaRPr>
          </a:p>
        </p:txBody>
      </p:sp>
      <p:sp>
        <p:nvSpPr>
          <p:cNvPr id="14" name="TextBox 8">
            <a:extLst xmlns:a="http://schemas.openxmlformats.org/drawingml/2006/main">
              <a:ext uri="{FF2B5EF4-FFF2-40B4-BE49-F238E27FC236}">
                <a16:creationId xmlns:a16="http://schemas.microsoft.com/office/drawing/2014/main" id="{5A80431E-1918-557C-F52E-19F3DF95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91" y="3239547"/>
            <a:ext cx="10110271" cy="3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구현 내용 : 자체 엔진·에디터, 캐릭터 애니메이션, 도탄·관통·복셀 파괴</a:t>
            </a:r>
            <a:endParaRPr sz="2000">
              <a:solidFill>
                <a:srgbClr val="393831"/>
              </a:solidFill>
              <a:latin typeface="Canva Sans"/>
              <a:ea typeface="Canva Sans"/>
              <a:cs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938920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EA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FFB64FF-80E6-41E3-B654-8F679D62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30" y="439755"/>
            <a:ext cx="3030215" cy="86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7000"/>
              </a:lnSpc>
              <a:spcBef>
                <a:spcPct val="0"/>
              </a:spcBef>
              <a:buNone/>
            </a:pP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Project 02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AD2B84B-96CD-45B2-B0D1-5C1F4C1E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110271" cy="694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개발 기간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: 2022.10 ~ 2022.12</a:t>
            </a:r>
          </a:p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개발 인원 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: 1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명</a:t>
            </a:r>
            <a:endParaRPr sz="2000">
              <a:solidFill>
                <a:srgbClr val="393831"/>
              </a:solidFill>
              <a:latin typeface="Canva Sans"/>
              <a:ea typeface="Canva Sans"/>
              <a:cs typeface="Canva Sans"/>
            </a:endParaRP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3BE11CF-654B-4D90-8452-03FE9CC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84313"/>
            <a:ext cx="10110271" cy="3355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구현 내용 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: 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점프와 공격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, 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충돌처리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, 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스테이지 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2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개</a:t>
            </a:r>
            <a:r>
              <a:rPr sz="2000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 </a:t>
            </a:r>
            <a:endParaRPr sz="2000">
              <a:solidFill>
                <a:srgbClr val="393831"/>
              </a:solidFill>
              <a:latin typeface="Canva Sans"/>
              <a:ea typeface="Canva Sans"/>
              <a:cs typeface="Canva Sans"/>
            </a:endParaRPr>
          </a:p>
        </p:txBody>
      </p:sp>
      <p:pic>
        <p:nvPicPr>
          <p:cNvPr id="13" name="그림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b621d5c2549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20400" y="533799"/>
            <a:ext cx="6617025" cy="57539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792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EA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113298A-FB50-4D10-91E5-70B26C29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30" y="439755"/>
            <a:ext cx="3043535" cy="86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7000"/>
              </a:lnSpc>
              <a:spcBef>
                <a:spcPct val="0"/>
              </a:spcBef>
              <a:buNone/>
            </a:pPr>
            <a:r>
              <a:rPr sz="5000" u="none">
                <a:solidFill>
                  <a:srgbClr val="393831"/>
                </a:solidFill>
                <a:latin typeface="Abril Fatface"/>
                <a:ea typeface="Abril Fatface"/>
                <a:cs typeface="Abril Fatface"/>
              </a:rPr>
              <a:t>Project 03</a:t>
            </a:r>
          </a:p>
        </p:txBody>
      </p:sp>
      <p:pic>
        <p:nvPicPr>
          <p:cNvPr id="26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10ebfdbd043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638300"/>
            <a:ext cx="4201111" cy="5830114"/>
          </a:xfrm>
          <a:prstGeom xmlns:a="http://schemas.openxmlformats.org/drawingml/2006/main" prst="rect">
            <a:avLst/>
          </a:prstGeom>
        </p:spPr>
      </p:pic>
      <p:sp>
        <p:nvSpPr>
          <p:cNvPr id="11" name="Object 13">
            <a:extLst xmlns:a="http://schemas.openxmlformats.org/drawingml/2006/main">
              <a:ext uri="{FF2B5EF4-FFF2-40B4-BE49-F238E27FC236}">
                <a16:creationId xmlns:a16="http://schemas.microsoft.com/office/drawing/2014/main" id="{011EECFA-002E-8B94-212B-BFC60B0A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7458" y="2306738"/>
            <a:ext cx="5258758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333333"/>
                </a:solidFill>
                <a:latin typeface="Noto Sans CJK KR Light"/>
                <a:ea typeface="Noto Sans CJK KR Light"/>
                <a:cs typeface="Noto Sans CJK KR Light"/>
              </a:rPr>
              <a:t>사용언어 : Python</a:t>
            </a:r>
            <a:endParaRPr/>
          </a:p>
        </p:txBody>
      </p:sp>
      <p:sp>
        <p:nvSpPr>
          <p:cNvPr id="12" name="Object 14">
            <a:extLst xmlns:a="http://schemas.openxmlformats.org/drawingml/2006/main">
              <a:ext uri="{FF2B5EF4-FFF2-40B4-BE49-F238E27FC236}">
                <a16:creationId xmlns:a16="http://schemas.microsoft.com/office/drawing/2014/main" id="{C7D6CE4C-0F8D-4D08-B4A0-E411AD2C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7458" y="1638300"/>
            <a:ext cx="4572542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5D5D5D"/>
                </a:solidFill>
                <a:latin typeface="Noto Sans CJK KR Bold"/>
                <a:ea typeface="Noto Sans CJK KR Bold"/>
                <a:cs typeface="Noto Sans CJK KR Bold"/>
              </a:rPr>
              <a:t>지역별 꽃가루 농도 검색 프로그램</a:t>
            </a:r>
            <a:endParaRPr b="1"/>
          </a:p>
        </p:txBody>
      </p:sp>
      <p:pic>
        <p:nvPicPr>
          <p:cNvPr id="29" name="Object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a467d394d44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842784" y="2088525"/>
            <a:ext cx="3531134" cy="6689"/>
          </a:xfrm>
          <a:prstGeom xmlns:a="http://schemas.openxmlformats.org/drawingml/2006/main" prst="rect">
            <a:avLst/>
          </a:prstGeom>
        </p:spPr>
      </p:pic>
      <p:pic>
        <p:nvPicPr>
          <p:cNvPr id="30" name="Object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a467d394d44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857458" y="2725885"/>
            <a:ext cx="3531134" cy="6689"/>
          </a:xfrm>
          <a:prstGeom xmlns:a="http://schemas.openxmlformats.org/drawingml/2006/main" prst="rect">
            <a:avLst/>
          </a:prstGeom>
        </p:spPr>
      </p:pic>
      <p:pic>
        <p:nvPicPr>
          <p:cNvPr id="31" name="Object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a467d394d44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844810" y="3363246"/>
            <a:ext cx="3531134" cy="6689"/>
          </a:xfrm>
          <a:prstGeom xmlns:a="http://schemas.openxmlformats.org/drawingml/2006/main" prst="rect">
            <a:avLst/>
          </a:prstGeom>
        </p:spPr>
      </p:pic>
      <p:pic>
        <p:nvPicPr>
          <p:cNvPr id="32" name="Object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a467d394d44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6832162" y="4000606"/>
            <a:ext cx="3531134" cy="6689"/>
          </a:xfrm>
          <a:prstGeom xmlns:a="http://schemas.openxmlformats.org/drawingml/2006/main" prst="rect">
            <a:avLst/>
          </a:prstGeom>
        </p:spPr>
      </p:pic>
      <p:sp>
        <p:nvSpPr>
          <p:cNvPr id="17" name="Object 27">
            <a:extLst xmlns:a="http://schemas.openxmlformats.org/drawingml/2006/main">
              <a:ext uri="{FF2B5EF4-FFF2-40B4-BE49-F238E27FC236}">
                <a16:creationId xmlns:a16="http://schemas.microsoft.com/office/drawing/2014/main" id="{42AB2F47-617A-4CAF-A39D-BB3E766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42783" y="2873459"/>
            <a:ext cx="5258758" cy="3964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333333"/>
                </a:solidFill>
                <a:latin typeface="Noto Sans CJK KR Light"/>
                <a:ea typeface="Noto Sans CJK KR Light"/>
                <a:cs typeface="Noto Sans CJK KR Light"/>
              </a:rPr>
              <a:t>개발</a:t>
            </a:r>
            <a:endParaRPr/>
          </a:p>
        </p:txBody>
      </p:sp>
      <p:sp>
        <p:nvSpPr>
          <p:cNvPr id="18" name="Object 28">
            <a:extLst xmlns:a="http://schemas.openxmlformats.org/drawingml/2006/main">
              <a:ext uri="{FF2B5EF4-FFF2-40B4-BE49-F238E27FC236}">
                <a16:creationId xmlns:a16="http://schemas.microsoft.com/office/drawing/2014/main" id="{CF5AE1FD-F492-CE43-C021-023D4DBA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42784" y="3398338"/>
            <a:ext cx="6329707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333333"/>
                </a:solidFill>
                <a:latin typeface="Noto Sans CJK KR Light"/>
                <a:ea typeface="Noto Sans CJK KR Light"/>
                <a:cs typeface="Noto Sans CJK KR Light"/>
              </a:rPr>
              <a:t>GitHub : </a:t>
            </a:r>
            <a:r>
              <a:rPr sz="1500">
                <a:solidFill>
                  <a:srgbClr val="333333"/>
                </a:solidFill>
                <a:latin typeface="Noto Sans CJK KR Light"/>
                <a:ea typeface="Noto Sans CJK KR Light"/>
                <a:cs typeface="Noto Sans CJK KR Light"/>
                <a:hlinkClick xmlns:r="http://schemas.openxmlformats.org/officeDocument/2006/relationships" r:id="R2237e36471db4485"/>
              </a:rPr>
              <a:t>https://github.com/Leesiw/2dgpmario</a:t>
            </a:r>
            <a:endParaRPr/>
          </a:p>
        </p:txBody>
      </p:sp>
      <p:sp>
        <p:nvSpPr>
          <p:cNvPr id="19" name="Object 29">
            <a:extLst xmlns:a="http://schemas.openxmlformats.org/drawingml/2006/main">
              <a:ext uri="{FF2B5EF4-FFF2-40B4-BE49-F238E27FC236}">
                <a16:creationId xmlns:a16="http://schemas.microsoft.com/office/drawing/2014/main" id="{0A0B900A-7944-2326-7691-A6424797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8814" y="2863935"/>
            <a:ext cx="5258758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333333"/>
                </a:solidFill>
                <a:latin typeface="Noto Sans CJK KR Light"/>
                <a:ea typeface="Noto Sans CJK KR Light"/>
                <a:cs typeface="Noto Sans CJK KR Light"/>
              </a:rPr>
              <a:t>기간 </a:t>
            </a:r>
            <a:r>
              <a:rPr sz="1500">
                <a:solidFill>
                  <a:srgbClr val="333333"/>
                </a:solidFill>
                <a:latin typeface="Noto Sans CJK KR Light"/>
                <a:ea typeface="Noto Sans CJK KR Light"/>
                <a:cs typeface="Noto Sans CJK KR Light"/>
              </a:rPr>
              <a:t>: 2023/05 ~ 2023/06</a:t>
            </a:r>
            <a:endParaRPr sz="1500">
              <a:solidFill>
                <a:srgbClr val="333333"/>
              </a:solidFill>
              <a:latin typeface="Noto Sans CJK KR Light"/>
              <a:ea typeface="Noto Sans CJK KR Light"/>
              <a:cs typeface="Noto Sans CJK KR Light"/>
            </a:endParaRPr>
          </a:p>
          <a:p xmlns:a="http://schemas.openxmlformats.org/drawingml/2006/main">
            <a:r>
              <a:rPr sz="1500">
                <a:solidFill>
                  <a:srgbClr val="333333"/>
                </a:solidFill>
                <a:latin typeface="Noto Sans CJK KR Light"/>
                <a:ea typeface="Noto Sans CJK KR Light"/>
                <a:cs typeface="Noto Sans CJK KR Light"/>
              </a:rPr>
              <a:t>인원 : 2인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069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EA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B73140B-09F0-48DC-8678-8405A4A5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916494"/>
            <a:ext cx="18287996" cy="7370506"/>
          </a:xfrm>
          <a:custGeom xmlns:a="http://schemas.openxmlformats.org/drawingml/2006/main">
            <a:rect l="l" t="t" r="r" b="b"/>
            <a:pathLst>
              <a:path w="4816592" h="1941203">
                <a:moveTo>
                  <a:pt x="0" y="0"/>
                </a:moveTo>
                <a:lnTo>
                  <a:pt x="4816592" y="0"/>
                </a:lnTo>
                <a:lnTo>
                  <a:pt x="4816592" y="1941203"/>
                </a:lnTo>
                <a:lnTo>
                  <a:pt x="0" y="1941203"/>
                </a:lnTo>
                <a:close/>
              </a:path>
            </a:pathLst>
          </a:custGeom>
          <a:solidFill xmlns:a="http://schemas.openxmlformats.org/drawingml/2006/main">
            <a:srgbClr val="C6C9D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E318EDE-80C7-4B8B-9124-917C158A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735668"/>
            <a:ext cx="18288000" cy="7551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30B0C14-C8D3-4E64-977B-279D5209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47632"/>
            <a:ext cx="796603" cy="34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  <a:latin typeface="Canva Sans Bold"/>
                <a:ea typeface="Canva Sans Bold"/>
                <a:cs typeface="Canva Sans Bold"/>
              </a:rPr>
              <a:t>EMAIL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E1FDB57-9F0D-4DEF-8007-C250C4CF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05978"/>
            <a:ext cx="917972" cy="34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  <a:latin typeface="Canva Sans Bold"/>
                <a:ea typeface="Canva Sans Bold"/>
                <a:cs typeface="Canva Sans Bold"/>
              </a:rPr>
              <a:t>PHONE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65BC0DA-4B95-4990-9D31-AA40D91A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89286"/>
            <a:ext cx="1841302" cy="3355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00"/>
              </a:lnSpc>
              <a:spcBef>
                <a:spcPct val="0"/>
              </a:spcBef>
              <a:buNone/>
            </a:pPr>
            <a:r>
              <a:rPr sz="2000">
                <a:solidFill>
                  <a:srgbClr val="393831"/>
                </a:solidFill>
                <a:latin typeface="Canva Sans Bold"/>
                <a:ea typeface="Canva Sans Bold"/>
                <a:cs typeface="Canva Sans Bold"/>
              </a:rPr>
              <a:t>Git hub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A051C7B-D3AE-405D-A349-1DA59488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85961"/>
            <a:ext cx="4027140" cy="422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99"/>
              </a:lnSpc>
              <a:spcBef>
                <a:spcPct val="0"/>
              </a:spcBef>
              <a:buNone/>
            </a:pPr>
            <a:r>
              <a:rPr sz="2499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akdl6632@naver.com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96350D8-0044-4334-890E-457CC4B0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44307"/>
            <a:ext cx="4027140" cy="419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99"/>
              </a:lnSpc>
              <a:spcBef>
                <a:spcPct val="0"/>
              </a:spcBef>
              <a:buNone/>
            </a:pPr>
            <a:r>
              <a:rPr sz="2499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+82 010-5402-6632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E127A78-1D32-435B-91B2-4D8E2C23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227615"/>
            <a:ext cx="4991100" cy="419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499"/>
              </a:lnSpc>
              <a:spcBef>
                <a:spcPct val="0"/>
              </a:spcBef>
              <a:buNone/>
            </a:pPr>
            <a:r>
              <a:rPr sz="2499">
                <a:solidFill>
                  <a:srgbClr val="393831"/>
                </a:solidFill>
                <a:latin typeface="Canva Sans"/>
                <a:ea typeface="Canva Sans"/>
                <a:cs typeface="Canva Sans"/>
              </a:rPr>
              <a:t>https://github.com/akdl6632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40BFF6B-3D10-4E56-BD2A-1971000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8052990"/>
            <a:ext cx="2247900" cy="59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4900"/>
              </a:lnSpc>
              <a:spcBef>
                <a:spcPct val="0"/>
              </a:spcBef>
              <a:buNone/>
            </a:pPr>
            <a:r>
              <a:rPr sz="3500">
                <a:solidFill>
                  <a:srgbClr val="393831"/>
                </a:solidFill>
              </a:rPr>
              <a:t>김태현</a:t>
            </a:r>
            <a:endParaRPr sz="3500">
              <a:solidFill>
                <a:srgbClr val="3938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2879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2026-09-06T14:08:07.1280000Z</dcterms:created>
  <dcterms:modified xsi:type="dcterms:W3CDTF">2026-09-06T14:08:07.1280000Z</dcterms:modified>
</coreProperties>
</file>